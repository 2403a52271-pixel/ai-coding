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3"/>
            <a:ext cx="5917679" cy="255498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76937" y="1828799"/>
            <a:ext cx="990599" cy="228659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10" y="3264407"/>
            <a:ext cx="3859795" cy="2286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7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41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 bwMode="gray"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7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38039" y="7605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95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65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94298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39" y="3253588"/>
            <a:ext cx="3636981" cy="276621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171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98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26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89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1182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89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73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0000"/>
            <a:ext cx="3001938" cy="161619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1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7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5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659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8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35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" name="TextBox 11"/>
          <p:cNvSpPr txBox="1"/>
          <p:nvPr/>
        </p:nvSpPr>
        <p:spPr bwMode="gray">
          <a:xfrm>
            <a:off x="7033422" y="2898648"/>
            <a:ext cx="660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651683" y="589767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8" y="903421"/>
            <a:ext cx="6160385" cy="289565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975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13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2305"/>
            <a:ext cx="6423592" cy="71466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231343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5"/>
            <a:ext cx="2313432" cy="287771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2" y="2489200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5"/>
            <a:ext cx="2326749" cy="286987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1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1" y="3147164"/>
            <a:ext cx="231374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53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461" y="4180095"/>
            <a:ext cx="229904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2743" y="2486221"/>
            <a:ext cx="2021456" cy="14503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1"/>
          </p:nvPr>
        </p:nvSpPr>
        <p:spPr>
          <a:xfrm>
            <a:off x="881461" y="4837558"/>
            <a:ext cx="2298410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8" y="4179596"/>
            <a:ext cx="231779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509453"/>
            <a:ext cx="2025182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37558"/>
            <a:ext cx="2330903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1" y="4179595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509453"/>
            <a:ext cx="2018839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1" y="4837558"/>
            <a:ext cx="229949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947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57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077347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42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320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9638" y="6365499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8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856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8529" y="795936"/>
            <a:ext cx="6902245" cy="3013826"/>
          </a:xfrm>
        </p:spPr>
        <p:txBody>
          <a:bodyPr>
            <a:normAutofit/>
          </a:bodyPr>
          <a:lstStyle/>
          <a:p>
            <a:pPr algn="just"/>
            <a:r>
              <a:rPr lang="en-US" sz="6600" dirty="0">
                <a:latin typeface="Arial Rounded MT Bold" panose="020F0704030504030204" pitchFamily="34" charset="0"/>
              </a:rPr>
              <a:t>Roadside</a:t>
            </a:r>
            <a:br>
              <a:rPr lang="en-US" sz="6600" dirty="0">
                <a:latin typeface="Arial Rounded MT Bold" panose="020F0704030504030204" pitchFamily="34" charset="0"/>
              </a:rPr>
            </a:br>
            <a:r>
              <a:rPr lang="en-US" sz="6600">
                <a:latin typeface="Arial Rounded MT Bold" panose="020F0704030504030204" pitchFamily="34" charset="0"/>
              </a:rPr>
              <a:t>       Rescue</a:t>
            </a:r>
            <a:endParaRPr sz="6600" dirty="0">
              <a:latin typeface="Arial Rounded MT Bold" panose="020F07040305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9936" y="4798142"/>
            <a:ext cx="4679540" cy="1566041"/>
          </a:xfrm>
        </p:spPr>
        <p:txBody>
          <a:bodyPr>
            <a:noAutofit/>
          </a:bodyPr>
          <a:lstStyle/>
          <a:p>
            <a:r>
              <a:rPr sz="2000" b="1" dirty="0"/>
              <a:t>Team Detail</a:t>
            </a:r>
            <a:r>
              <a:rPr lang="en-US" sz="2000" b="1" dirty="0"/>
              <a:t>s:</a:t>
            </a:r>
            <a:endParaRPr sz="2000" b="1" dirty="0"/>
          </a:p>
          <a:p>
            <a:r>
              <a:rPr sz="2000" b="1" dirty="0"/>
              <a:t>2403A52271</a:t>
            </a:r>
            <a:r>
              <a:rPr lang="en-US" sz="2000" b="1" dirty="0"/>
              <a:t> -</a:t>
            </a:r>
            <a:r>
              <a:rPr sz="2000" b="1" dirty="0"/>
              <a:t> </a:t>
            </a:r>
            <a:r>
              <a:rPr sz="2000" b="1" dirty="0" err="1"/>
              <a:t>Amruth</a:t>
            </a:r>
            <a:r>
              <a:rPr sz="2000" b="1" dirty="0"/>
              <a:t> Reddy</a:t>
            </a:r>
          </a:p>
          <a:p>
            <a:r>
              <a:rPr sz="2000" b="1" dirty="0"/>
              <a:t>2403A52270</a:t>
            </a:r>
            <a:r>
              <a:rPr lang="en-US" sz="2000" b="1" dirty="0"/>
              <a:t> - </a:t>
            </a:r>
            <a:r>
              <a:rPr sz="2000" b="1" dirty="0"/>
              <a:t>Manoj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Enhance Roadside Safety</a:t>
            </a:r>
          </a:p>
          <a:p>
            <a:r>
              <a:t>- Reduce Response Time</a:t>
            </a:r>
          </a:p>
          <a:p>
            <a:r>
              <a:t>- Facilitate Seamless Assistance</a:t>
            </a:r>
          </a:p>
          <a:p>
            <a:r>
              <a:t>- Improve User Experience</a:t>
            </a:r>
          </a:p>
          <a:p>
            <a:r>
              <a:t>- Minimize Traffic Disruptions</a:t>
            </a:r>
          </a:p>
          <a:p>
            <a:r>
              <a:t>- Promote Awareness &amp; Preparedness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Stranded Motorists / Users</a:t>
            </a:r>
          </a:p>
          <a:p>
            <a:r>
              <a:t>- Rescue Team / Field Technicians</a:t>
            </a:r>
          </a:p>
          <a:p>
            <a:r>
              <a:t>- Towing Service Providers</a:t>
            </a:r>
          </a:p>
          <a:p>
            <a:r>
              <a:t>- Vehicle Repair &amp; Service Centers</a:t>
            </a:r>
          </a:p>
          <a:p>
            <a:r>
              <a:t>- Traffic Police &amp; Highway Authorities</a:t>
            </a:r>
          </a:p>
          <a:p>
            <a:r>
              <a:t>- Insurance Companies</a:t>
            </a:r>
          </a:p>
          <a:p>
            <a:r>
              <a:t>- System Administrators / Support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E66C-A487-1E3A-CA61-5A8DEBCCC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</a:t>
            </a:r>
            <a:r>
              <a:rPr lang="en-US" dirty="0" err="1"/>
              <a:t>Languages,Tools</a:t>
            </a:r>
            <a:r>
              <a:rPr lang="en-US" dirty="0"/>
              <a:t>, </a:t>
            </a:r>
            <a:r>
              <a:rPr lang="en-US" dirty="0" err="1"/>
              <a:t>Softwarwe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F276B-A2D7-F637-9D1C-0D5F1E8A9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Programming languages: JavaScript, Java, Kotlin, Swift, Python.​</a:t>
            </a:r>
          </a:p>
          <a:p>
            <a:r>
              <a:rPr lang="en-IN" dirty="0"/>
              <a:t>Tools/Frameworks: Android Studio, Xcode, React.js, Node.js, Express.js, Docker, Firebase, PostgreSQL.​</a:t>
            </a:r>
          </a:p>
          <a:p>
            <a:r>
              <a:rPr lang="en-IN" dirty="0"/>
              <a:t>Software/Platforms: </a:t>
            </a:r>
            <a:r>
              <a:rPr lang="en-IN" dirty="0" err="1"/>
              <a:t>OctopusPro</a:t>
            </a:r>
            <a:r>
              <a:rPr lang="en-IN" dirty="0"/>
              <a:t>, </a:t>
            </a:r>
            <a:r>
              <a:rPr lang="en-IN" dirty="0" err="1"/>
              <a:t>MobiWork</a:t>
            </a:r>
            <a:r>
              <a:rPr lang="en-IN" dirty="0"/>
              <a:t>, Urgently, Swoop, </a:t>
            </a:r>
            <a:r>
              <a:rPr lang="en-IN" dirty="0" err="1"/>
              <a:t>DriveRescue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7264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E2FAB-CE04-0036-5169-466D4D31F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272" y="927099"/>
            <a:ext cx="6343202" cy="709865"/>
          </a:xfrm>
        </p:spPr>
        <p:txBody>
          <a:bodyPr/>
          <a:lstStyle/>
          <a:p>
            <a:r>
              <a:rPr lang="en-US" dirty="0"/>
              <a:t>Front-end view of the web/Mobile Application.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97B667-73CB-6A53-DAE1-D52998E2D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6272" y="2382274"/>
            <a:ext cx="7589302" cy="4077519"/>
          </a:xfrm>
        </p:spPr>
      </p:pic>
    </p:spTree>
    <p:extLst>
      <p:ext uri="{BB962C8B-B14F-4D97-AF65-F5344CB8AC3E}">
        <p14:creationId xmlns:p14="http://schemas.microsoft.com/office/powerpoint/2010/main" val="2918625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4C6D7F-95E8-69FB-5583-D0037FFFD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604525"/>
            <a:ext cx="8808720" cy="38486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D6F228-C14D-0D4B-EA1C-7C664F971C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26"/>
          <a:stretch>
            <a:fillRect/>
          </a:stretch>
        </p:blipFill>
        <p:spPr>
          <a:xfrm>
            <a:off x="167640" y="4453174"/>
            <a:ext cx="8808720" cy="162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2351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113</TotalTime>
  <Words>151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 Rounded MT Bold</vt:lpstr>
      <vt:lpstr>Century Gothic</vt:lpstr>
      <vt:lpstr>Wingdings 3</vt:lpstr>
      <vt:lpstr>Ion Boardroom</vt:lpstr>
      <vt:lpstr>Roadside        Rescue</vt:lpstr>
      <vt:lpstr>Objectives</vt:lpstr>
      <vt:lpstr>Stakeholders</vt:lpstr>
      <vt:lpstr>Programming Languages,Tools, Softwarwe.</vt:lpstr>
      <vt:lpstr>Front-end view of the web/Mobile Application.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AMRUTH</dc:creator>
  <cp:keywords/>
  <dc:description>generated using python-pptx</dc:description>
  <cp:lastModifiedBy>A.NIVEDHA REDDY</cp:lastModifiedBy>
  <cp:revision>4</cp:revision>
  <dcterms:created xsi:type="dcterms:W3CDTF">2013-01-27T09:14:16Z</dcterms:created>
  <dcterms:modified xsi:type="dcterms:W3CDTF">2025-11-16T12:22:00Z</dcterms:modified>
  <cp:category/>
</cp:coreProperties>
</file>